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d9d4e95da34430" /><Relationship Type="http://schemas.openxmlformats.org/officeDocument/2006/relationships/extended-properties" Target="/docProps/app.xml" Id="R5bd9aff577dd4b4d" /><Relationship Type="http://schemas.openxmlformats.org/officeDocument/2006/relationships/officeDocument" Target="/ppt/presentation.xml" Id="Re894ffee43ec4d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064096d0b1411e"/>
  </p:sldMasterIdLst>
  <p:notesMasterIdLst>
    <p:notesMasterId xmlns:r="http://schemas.openxmlformats.org/officeDocument/2006/relationships" r:id="Rc9e6d906215b4b92"/>
  </p:notesMasterIdLst>
  <p:sldIdLst>
    <p:sldId xmlns:r="http://schemas.openxmlformats.org/officeDocument/2006/relationships" id="256" r:id="R961fa97a400242fa"/>
    <p:sldId xmlns:r="http://schemas.openxmlformats.org/officeDocument/2006/relationships" id="257" r:id="Re9d19b6932c64d78"/>
    <p:sldId xmlns:r="http://schemas.openxmlformats.org/officeDocument/2006/relationships" id="258" r:id="Rfe1451f7aef24843"/>
    <p:sldId xmlns:r="http://schemas.openxmlformats.org/officeDocument/2006/relationships" id="259" r:id="R124f7ae3deaa4c1d"/>
    <p:sldId xmlns:r="http://schemas.openxmlformats.org/officeDocument/2006/relationships" id="260" r:id="Rec672ec02bbd4d5c"/>
    <p:sldId xmlns:r="http://schemas.openxmlformats.org/officeDocument/2006/relationships" id="261" r:id="R09a439e34fc14650"/>
    <p:sldId xmlns:r="http://schemas.openxmlformats.org/officeDocument/2006/relationships" id="262" r:id="R3ebc71b8bb034135"/>
    <p:sldId xmlns:r="http://schemas.openxmlformats.org/officeDocument/2006/relationships" id="263" r:id="Rd9690aafef2d40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64096d0b1411e" /><Relationship Type="http://schemas.openxmlformats.org/officeDocument/2006/relationships/theme" Target="/ppt/theme/theme1.xml" Id="R8e1da8da8eee4088" /><Relationship Type="http://schemas.openxmlformats.org/officeDocument/2006/relationships/notesMaster" Target="/ppt/notesMasters/notesMaster1.xml" Id="Rc9e6d906215b4b92" /><Relationship Type="http://schemas.openxmlformats.org/officeDocument/2006/relationships/presProps" Target="/ppt/presProps.xml" Id="R2e45e0f9ada04e56" /><Relationship Type="http://schemas.openxmlformats.org/officeDocument/2006/relationships/viewProps" Target="/ppt/viewProps.xml" Id="R96f944a42aff4424" /><Relationship Type="http://schemas.openxmlformats.org/officeDocument/2006/relationships/tableStyles" Target="/ppt/tableStyles.xml" Id="R68c8b6a108004906" /><Relationship Type="http://schemas.openxmlformats.org/officeDocument/2006/relationships/slide" Target="/ppt/slides/slide1.xml" Id="R961fa97a400242fa" /><Relationship Type="http://schemas.openxmlformats.org/officeDocument/2006/relationships/slide" Target="/ppt/slides/slide2.xml" Id="Re9d19b6932c64d78" /><Relationship Type="http://schemas.openxmlformats.org/officeDocument/2006/relationships/slide" Target="/ppt/slides/slide3.xml" Id="Rfe1451f7aef24843" /><Relationship Type="http://schemas.openxmlformats.org/officeDocument/2006/relationships/slide" Target="/ppt/slides/slide4.xml" Id="R124f7ae3deaa4c1d" /><Relationship Type="http://schemas.openxmlformats.org/officeDocument/2006/relationships/slide" Target="/ppt/slides/slide5.xml" Id="Rec672ec02bbd4d5c" /><Relationship Type="http://schemas.openxmlformats.org/officeDocument/2006/relationships/slide" Target="/ppt/slides/slide6.xml" Id="R09a439e34fc14650" /><Relationship Type="http://schemas.openxmlformats.org/officeDocument/2006/relationships/slide" Target="/ppt/slides/slide7.xml" Id="R3ebc71b8bb034135" /><Relationship Type="http://schemas.openxmlformats.org/officeDocument/2006/relationships/slide" Target="/ppt/slides/slide8.xml" Id="Rd9690aafef2d40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9418d48925644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81b6a457d6465d" /><Relationship Type="http://schemas.openxmlformats.org/officeDocument/2006/relationships/notesMaster" Target="/ppt/notesMasters/notesMaster1.xml" Id="R66c95002966c4b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2a33f3d80b4c4d" /><Relationship Type="http://schemas.openxmlformats.org/officeDocument/2006/relationships/notesMaster" Target="/ppt/notesMasters/notesMaster1.xml" Id="R5cb0b824513a42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cf911b72624d7e" /><Relationship Type="http://schemas.openxmlformats.org/officeDocument/2006/relationships/notesMaster" Target="/ppt/notesMasters/notesMaster1.xml" Id="Re392b33338864b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4e4e1f65194c25" /><Relationship Type="http://schemas.openxmlformats.org/officeDocument/2006/relationships/notesMaster" Target="/ppt/notesMasters/notesMaster1.xml" Id="Ra85549acba1544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fcc06450cc41d7" /><Relationship Type="http://schemas.openxmlformats.org/officeDocument/2006/relationships/notesMaster" Target="/ppt/notesMasters/notesMaster1.xml" Id="Rd0dc744f36ff49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93a47c2c474156" /><Relationship Type="http://schemas.openxmlformats.org/officeDocument/2006/relationships/notesMaster" Target="/ppt/notesMasters/notesMaster1.xml" Id="Rc0fe026a40ee46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d30e6a052043ea" /><Relationship Type="http://schemas.openxmlformats.org/officeDocument/2006/relationships/notesMaster" Target="/ppt/notesMasters/notesMaster1.xml" Id="R77329c3dfca241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30feddb8cf47f3" /><Relationship Type="http://schemas.openxmlformats.org/officeDocument/2006/relationships/notesMaster" Target="/ppt/notesMasters/notesMaster1.xml" Id="Rddbee9791ed041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e8979498f421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9aa448ecbb74bbe" /><Relationship Type="http://schemas.openxmlformats.org/officeDocument/2006/relationships/slideLayout" Target="/ppt/slideLayouts/slideLayout2.xml" Id="Rad2443eb0bd14f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2443eb0bd14f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90dad8ca2648d4" /><Relationship Type="http://schemas.openxmlformats.org/officeDocument/2006/relationships/image" Target="/ppt/media/image.png" Id="R81b30dc8c735464c" /><Relationship Type="http://schemas.openxmlformats.org/officeDocument/2006/relationships/notesSlide" Target="/ppt/notesSlides/notesSlide1.xml" Id="Ra37eab2e0c1741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bc5bfca7994c04" /><Relationship Type="http://schemas.openxmlformats.org/officeDocument/2006/relationships/image" Target="/ppt/media/image2.png" Id="R61ab9d631234475a" /><Relationship Type="http://schemas.openxmlformats.org/officeDocument/2006/relationships/notesSlide" Target="/ppt/notesSlides/notesSlide2.xml" Id="Radda2c39308e4f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58f803b56146a4" /><Relationship Type="http://schemas.openxmlformats.org/officeDocument/2006/relationships/image" Target="/ppt/media/image3.png" Id="Rb282cddd929c402d" /><Relationship Type="http://schemas.openxmlformats.org/officeDocument/2006/relationships/notesSlide" Target="/ppt/notesSlides/notesSlide3.xml" Id="R544453d1ec5c4b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faff1554604b73" /><Relationship Type="http://schemas.openxmlformats.org/officeDocument/2006/relationships/image" Target="/ppt/media/image4.png" Id="R127e07f81b16406d" /><Relationship Type="http://schemas.openxmlformats.org/officeDocument/2006/relationships/notesSlide" Target="/ppt/notesSlides/notesSlide4.xml" Id="R73aeed280c084a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b3782a8e894039" /><Relationship Type="http://schemas.openxmlformats.org/officeDocument/2006/relationships/image" Target="/ppt/media/image5.png" Id="Rd23dd433dd0d4d88" /><Relationship Type="http://schemas.openxmlformats.org/officeDocument/2006/relationships/notesSlide" Target="/ppt/notesSlides/notesSlide5.xml" Id="R4f82db13fd0345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14a995ee7c426a" /><Relationship Type="http://schemas.openxmlformats.org/officeDocument/2006/relationships/image" Target="/ppt/media/image6.png" Id="R2f080adeaa5c460c" /><Relationship Type="http://schemas.openxmlformats.org/officeDocument/2006/relationships/notesSlide" Target="/ppt/notesSlides/notesSlide6.xml" Id="R855f5f20678b49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f31361ccca4237" /><Relationship Type="http://schemas.openxmlformats.org/officeDocument/2006/relationships/image" Target="/ppt/media/image7.png" Id="R8ac088f35e724f55" /><Relationship Type="http://schemas.openxmlformats.org/officeDocument/2006/relationships/notesSlide" Target="/ppt/notesSlides/notesSlide7.xml" Id="R1c76ef9bf55c45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c247f05a8644c3" /><Relationship Type="http://schemas.openxmlformats.org/officeDocument/2006/relationships/image" Target="/ppt/media/image8.png" Id="R4098465db1714975" /><Relationship Type="http://schemas.openxmlformats.org/officeDocument/2006/relationships/notesSlide" Target="/ppt/notesSlides/notesSlide8.xml" Id="Rd42e0760ba6547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30dc8c735464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352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b9d631234475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9409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2cddd929c402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796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e07f81b16406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430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dd433dd0d4d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579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80adeaa5c460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906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088f35e724f5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398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8465db171497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1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2026-05-26T19:34:23.6690000Z</dcterms:created>
  <dcterms:modified xsi:type="dcterms:W3CDTF">2026-05-26T19:34:23.6690000Z</dcterms:modified>
</coreProperties>
</file>